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站定，不要急著切投影片。深呼吸。
開場第一句直接進第 2 頁的故事，不要念封面。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「我今天不想再做一個 AI 幫你回答問題的工具。」——講完停一秒。
因為學生最大的問題，不是沒有答案，是不知道自己為什麼會錯。
這件事我自己撞過一次：線性代數。前面向量矩陣都跟得上，學到正交、投影、SVD 整個卡住。考卷只會告訴我這題錯了，不會告訴我：你是因為第四章沒學好，第九章才會錯。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這一頁停久一點，看評審。
「我不是後面聽不懂，我是前面沒學好。」
線代前面的章節不是考完就能忘的進度，是後面章節在用的工具。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我當然先去問 AI。Gemini 很好用，但我懶得整理，知識沒被留下來。
後來改用 NotebookLM，它有心智圖，但心智圖畫的是「這個屬於那個」。
我要的不是隸屬關係，是「我要先會什麼，才學得動這個」。
這兩件事完全不一樣。沒有人做給我，所以我自己做了。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這是我的網站。丟一份線性代數講義進去，它自己讀完，
建出來的不是心智圖，是一棵技能樹。
左邊基礎、右邊進階，箭頭永遠是先修 → 進階。
每個概念三種狀態：綠色已掌握、發光代表現在可以學了、上鎖代表先修還沒完成。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這個「正交基底」，我掌握度只有 67%，卡住了。我點下去 ——
它往回追了三層：正交基底 ← 正交集合 ← 正交向量 ← 內積。
然後直接跟我講：最可能的根因是「內積」，你還沒測驗過，先回去補它。
我卡在正交基底，但真正的問題在最前面的內積。
這就是一年前的我，最需要有人跟我講的那一句話。
（掌握度 67% 是三題實際作答、兩對一錯算出來的，不是設定值。）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學習最好的方法是去教別人 —— 因為你會被問倒，
那個答不出來的瞬間，就是你發現自己漏洞的瞬間。
我在 NotebookLM 也會叫它出題考我，但每次都要自己打字，麻煩到我後來就懶了。
所以在我的網站，這件事是內建的：系統挑我最弱的概念出題，不是隨機。
作答是開放式的，由 AI 批改並指出推理斷在哪一步。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答完之後，它用 FSRS-5 這套間隔重複演算法，
根據作答歷史推估每個概念的記憶狀態，算出遺忘曲線，
告訴我哪一天該回來複習。錯的東西不會消失，它會排隊等我回來。
（如果被問「為什麼是 FSRS-5」：因為我需要一個可以估「此刻回憶機率」的模型，
  才能拿它當排序依據。不要講「最新版本」。）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這不是實驗數據，是我自己。上學期班排 22，本學期第 10。
做法是：先用診斷測驗找弱點，再照今晚該讀什麼與遺忘曲線複習。
誠實講：成績進步受多重因素影響，不能全歸因於單一工具。
但它把「不知道自己哪裡不會」變成「明確的弱點清單與複習時點」，
從反覆重讀已經會的，變成有計畫地補缺口。
※ 這一句一定要講，評審在測的是誠實。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我把好幾門課分別丟進去，系統自己在課與課之間拉出了連結。
它發現手寫講義裡的「單範正交集」，跟另一門課的「正交集合」講的是同一件事，
相似度 87%，標成等價概念。
這些線沒有人教過它，是它從語意上自己找出來的。
（被問怎麼知道連結是對的：門檻 0.68 是用標註樣本實測分佈校準的。）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剛剛丟進去的是手寫講義，辨識是在我自己的電腦上跑的：離線、不用付費、不外傳。
AI 會失敗，所以我把失敗也設計進去：四層 OCR 備援鏈、防幻覺三道防線、
還有一條誠實原則 —— OCR 失敗會明確告警，絕不靜默套模板假裝成功。
這是我修過的真實 bug，教訓寫進了設計原則。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停一下，看評審。
「所以這個網站，沒有一個功能是我想像出來的。
每一個，都是我自己學不下去的時候，真的希望有人給我的東西。」
最後一句留在評審腦裡：它不只告訴你答案，它告訴你你為什麼不會。
謝謝。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petertsai-Documents-project/dcb9bd40-99d5-4e0e-9913-d6e32ff3b206/scratchpad/sho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74520"/>
            <a:ext cx="1298448" cy="19476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651760" y="1874520"/>
            <a:ext cx="8595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AdaptLearn</a:t>
            </a:r>
            <a:endParaRPr lang="en-US" sz="5400" dirty="0"/>
          </a:p>
        </p:txBody>
      </p:sp>
      <p:sp>
        <p:nvSpPr>
          <p:cNvPr id="4" name="Text 1"/>
          <p:cNvSpPr/>
          <p:nvPr/>
        </p:nvSpPr>
        <p:spPr>
          <a:xfrm>
            <a:off x="2651760" y="2880360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FD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知道你哪裡不會，比你自己更早。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2651760" y="3401568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把講義與手寫筆記變成技能樹、卡關歸因與複習排程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85800" y="594360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1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組名 avocado　│　蔡旻烜　│　中原大學 2026 AI 教與學標竿課程實踐暨成果展演競賽　學生組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為什麼做這個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14300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我今天不想再做一個
</a:t>
            </a:r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「AI 幫你回答問題」</a:t>
            </a:r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的工具。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85800" y="3154680"/>
            <a:ext cx="6766560" cy="1234440"/>
          </a:xfrm>
          <a:prstGeom prst="roundRect">
            <a:avLst>
              <a:gd name="adj" fmla="val 8889"/>
            </a:avLst>
          </a:prstGeom>
          <a:solidFill>
            <a:srgbClr val="E4EDE3"/>
          </a:solidFill>
          <a:ln w="9525">
            <a:solidFill>
              <a:srgbClr val="C9DCC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3154680"/>
            <a:ext cx="6126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1E46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因為學生最大的問題，不是沒有答案，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1E46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是不知道自己「為什麼會錯」。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5800" y="461772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這件事，我自己撞過一次。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863840" y="1143000"/>
            <a:ext cx="3639312" cy="3840480"/>
          </a:xfrm>
          <a:prstGeom prst="roundRect">
            <a:avLst>
              <a:gd name="adj" fmla="val 3015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83880" y="14173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那堂課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83880" y="17373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線性代數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8183880" y="2468880"/>
            <a:ext cx="30175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向量、矩陣、行列式 —— 跟得上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b="1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正交、投影、SVD —— 整個卡住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考卷只說「這題錯了」</a:t>
            </a:r>
            <a:endParaRPr lang="en-US" sz="1350" dirty="0"/>
          </a:p>
          <a:p>
            <a:pPr marL="342900" indent="-342900">
              <a:lnSpc>
                <a:spcPts val="2200"/>
              </a:lnSpc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沒有人告訴我：錯在三章以前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095725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FBF9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9FB5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我後來才發現的事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201168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200"/>
              </a:lnSpc>
              <a:buNone/>
            </a:pPr>
            <a:r>
              <a:rPr lang="en-US" sz="4400" b="1" dirty="0">
                <a:solidFill>
                  <a:srgbClr val="9FC8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我不是後面聽不懂，
</a:t>
            </a:r>
            <a:pPr indent="0" marL="0">
              <a:lnSpc>
                <a:spcPts val="6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我是前面沒學好。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85800" y="4069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A8BC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線性代數的前面章節不是「考完就能忘的進度」，是後面章節在用的工具。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A8BCA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SVD 卡住，通常不是 SVD 難，是三個禮拜前的「正交性」沒有真的懂。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我試過的工具，跟它們差在哪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77724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能回答問題，不等於知道我卡在哪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3364992" cy="3291840"/>
          </a:xfrm>
          <a:prstGeom prst="roundRect">
            <a:avLst>
              <a:gd name="adj" fmla="val 3333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1938528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聊天式 AI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2286000"/>
            <a:ext cx="27797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問一題，答一題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78408" y="3337560"/>
            <a:ext cx="27797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答案很好用，但知識沒有被留下來。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今天問完，明天忘記；聊天紀錄往下滑三十則，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我不知道上禮拜問過什麼。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364992" cy="3291840"/>
          </a:xfrm>
          <a:prstGeom prst="roundRect">
            <a:avLst>
              <a:gd name="adj" fmla="val 3333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6008" y="1938528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NotebookLM 心智圖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636008" y="2286000"/>
            <a:ext cx="27797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畫的是「這個屬於那個」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36008" y="3337560"/>
            <a:ext cx="27797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第一章底下有三個小節 —— 這是隸屬關係。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它不知道我會不會，也不知道我該從哪裡開始。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001000" y="1691640"/>
            <a:ext cx="3364992" cy="3291840"/>
          </a:xfrm>
          <a:prstGeom prst="roundRect">
            <a:avLst>
              <a:gd name="adj" fmla="val 3333"/>
            </a:avLst>
          </a:prstGeom>
          <a:solidFill>
            <a:srgbClr val="E4EDE3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93608" y="1938528"/>
            <a:ext cx="2779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我真正需要的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93608" y="2286000"/>
            <a:ext cx="277977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1E46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「我要先會什麼，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b="1" dirty="0">
                <a:solidFill>
                  <a:srgbClr val="1E46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才學得動這個？」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8293608" y="3337560"/>
            <a:ext cx="27797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35573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先修依賴，不是隸屬關係。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35573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這兩件事完全不一樣 ——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35573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而且沒有人做給我。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095725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解法一：技能樹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77724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丟進一份講義，長出來的不是心智圖，是一棵技能樹</a:t>
            </a:r>
            <a:endParaRPr lang="en-US" sz="3400" dirty="0"/>
          </a:p>
        </p:txBody>
      </p:sp>
      <p:pic>
        <p:nvPicPr>
          <p:cNvPr id="5" name="Image 0" descr="/private/tmp/claude-501/-Users-petertsai-Documents-project/dcb9bd40-99d5-4e0e-9913-d6e32ff3b206/scratchpad/shots/02-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10817352" cy="267919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4956048"/>
            <a:ext cx="182880" cy="182880"/>
          </a:xfrm>
          <a:prstGeom prst="ellipse">
            <a:avLst/>
          </a:prstGeom>
          <a:solidFill>
            <a:srgbClr val="2F6B3E"/>
          </a:solidFill>
          <a:ln w="6350">
            <a:solidFill>
              <a:srgbClr val="2F6B3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87552" y="48646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綠色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87552" y="515721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已經掌握的概念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520440" y="4956048"/>
            <a:ext cx="182880" cy="182880"/>
          </a:xfrm>
          <a:prstGeom prst="ellipse">
            <a:avLst/>
          </a:prstGeom>
          <a:solidFill>
            <a:srgbClr val="6C63E0"/>
          </a:solidFill>
          <a:ln w="6350">
            <a:solidFill>
              <a:srgbClr val="6C63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822192" y="48646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發光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822192" y="515721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先修全綠 —— 現在可以學了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355080" y="4956048"/>
            <a:ext cx="182880" cy="182880"/>
          </a:xfrm>
          <a:prstGeom prst="ellipse">
            <a:avLst/>
          </a:prstGeom>
          <a:solidFill>
            <a:srgbClr val="6E7772"/>
          </a:solidFill>
          <a:ln w="6350">
            <a:solidFill>
              <a:srgbClr val="6E777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656832" y="486460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上鎖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656832" y="5157216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先修沒完成，現在學會撞牆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9235440" y="4828032"/>
            <a:ext cx="2953512" cy="749808"/>
          </a:xfrm>
          <a:prstGeom prst="roundRect">
            <a:avLst>
              <a:gd name="adj" fmla="val 12195"/>
            </a:avLst>
          </a:prstGeom>
          <a:solidFill>
            <a:srgbClr val="E4EDE3"/>
          </a:solidFill>
          <a:ln w="9525">
            <a:solidFill>
              <a:srgbClr val="C9DCC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464040" y="4828032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46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它會告訴我今天可以念哪裡。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85800" y="5806440"/>
            <a:ext cx="10817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左邊是基礎，右邊是進階，箭頭永遠同一個方向：先修 → 進階。分層的有向圖，不是一顆毛球。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1095725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解法二：卡關歸因 —— 整場最重要的一頁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77724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我卡在「正交基底」，</a:t>
            </a:r>
            <a:pPr indent="0" marL="0">
              <a:buNone/>
            </a:pPr>
            <a:r>
              <a:rPr lang="en-US" sz="30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真正的問題在三層之前的「內積」</a:t>
            </a:r>
            <a:endParaRPr lang="en-US" sz="3000" dirty="0"/>
          </a:p>
        </p:txBody>
      </p:sp>
      <p:pic>
        <p:nvPicPr>
          <p:cNvPr id="5" name="Image 0" descr="/private/tmp/claude-501/-Users-petertsai-Documents-project/dcb9bd40-99d5-4e0e-9913-d6e32ff3b206/scratchpad/shots/06a-tre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1572768"/>
            <a:ext cx="10058400" cy="28072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4572000"/>
            <a:ext cx="10817352" cy="1417320"/>
          </a:xfrm>
          <a:prstGeom prst="roundRect">
            <a:avLst>
              <a:gd name="adj" fmla="val 7742"/>
            </a:avLst>
          </a:prstGeom>
          <a:solidFill>
            <a:srgbClr val="E4EDE3"/>
          </a:solidFill>
          <a:ln w="9525">
            <a:solidFill>
              <a:srgbClr val="C9DCC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51560" y="473659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5573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最可能的根因：</a:t>
            </a:r>
            <a:pPr indent="0" marL="0">
              <a:buNone/>
            </a:pPr>
            <a:r>
              <a:rPr lang="en-US" sz="2000" b="1" dirty="0">
                <a:solidFill>
                  <a:srgbClr val="C039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『內積』</a:t>
            </a:r>
            <a:pPr indent="0" marL="0">
              <a:buNone/>
            </a:pPr>
            <a:r>
              <a:rPr lang="en-US" sz="2000" b="1" dirty="0">
                <a:solidFill>
                  <a:srgbClr val="35573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（還沒測驗過）—— 先回去補它。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051560" y="5257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6B55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內積 → 正交向量 → 正交集合 → 正交基底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778240" y="4736592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E46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正交基底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0" y="51389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7A0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學習中 67%（3 次實際作答）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095725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為什麼要有測驗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77724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學習最好的方法是被問倒 —— 所以這件事是內建的</a:t>
            </a:r>
            <a:endParaRPr lang="en-US" sz="3400" dirty="0"/>
          </a:p>
        </p:txBody>
      </p:sp>
      <p:pic>
        <p:nvPicPr>
          <p:cNvPr id="5" name="Image 0" descr="/private/tmp/claude-501/-Users-petertsai-Documents-project/dcb9bd40-99d5-4e0e-9913-d6e32ff3b206/scratchpad/shots/09-qui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6309360" cy="47091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269480" y="1828800"/>
            <a:ext cx="4233672" cy="1207008"/>
          </a:xfrm>
          <a:prstGeom prst="roundRect">
            <a:avLst>
              <a:gd name="adj" fmla="val 9091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543800" y="1956816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不是隨機出題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543800" y="2304288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系統挑我最弱、最沒測過的概念出題，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主動把漏洞逼出來。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269480" y="3246120"/>
            <a:ext cx="4233672" cy="1207008"/>
          </a:xfrm>
          <a:prstGeom prst="roundRect">
            <a:avLst>
              <a:gd name="adj" fmla="val 9091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543800" y="3374136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開放式作答，AI 批改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543800" y="3721608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不是選擇題比對答案。它會指出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我的推理是在哪一步斷掉的。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269480" y="4663440"/>
            <a:ext cx="4233672" cy="1207008"/>
          </a:xfrm>
          <a:prstGeom prst="roundRect">
            <a:avLst>
              <a:gd name="adj" fmla="val 9091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543800" y="4791456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分數會回流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543800" y="5138928"/>
            <a:ext cx="3703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每一次作答同時更新掌握度、技能樹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狀態與複習排程 —— 是一個閉環。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095725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解法三：錯的東西不會消失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77724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它用遺忘曲線決定我今晚該讀什麼</a:t>
            </a:r>
            <a:endParaRPr lang="en-US" sz="3400" dirty="0"/>
          </a:p>
        </p:txBody>
      </p:sp>
      <p:pic>
        <p:nvPicPr>
          <p:cNvPr id="5" name="Image 0" descr="/private/tmp/claude-501/-Users-petertsai-Documents-project/dcb9bd40-99d5-4e0e-9913-d6e32ff3b206/scratchpad/shots/08-ton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691640"/>
            <a:ext cx="3840480" cy="3840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17373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500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每個概念是一張記憶卡片。系統把我全部的作答歷史重放進 FSRS-5 間隔重複模型，重建每個概念的記憶穩定度，算出「此刻還記得的機率」。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971800"/>
            <a:ext cx="6583680" cy="566928"/>
          </a:xfrm>
          <a:prstGeom prst="roundRect">
            <a:avLst>
              <a:gd name="adj" fmla="val 14516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297180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「今晚先讀什麼」不是我自己排的，是遺忘曲線算出來的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85800" y="3721608"/>
            <a:ext cx="6583680" cy="566928"/>
          </a:xfrm>
          <a:prstGeom prst="roundRect">
            <a:avLst>
              <a:gd name="adj" fmla="val 14516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3721608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快忘掉的、又是弱點的，排最前面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85800" y="4471416"/>
            <a:ext cx="6583680" cy="566928"/>
          </a:xfrm>
          <a:prstGeom prst="roundRect">
            <a:avLst>
              <a:gd name="adj" fmla="val 14516"/>
            </a:avLst>
          </a:prstGeom>
          <a:solidFill>
            <a:srgbClr val="E4EDE3"/>
          </a:solidFill>
          <a:ln w="9525">
            <a:solidFill>
              <a:srgbClr val="C9DCC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4471416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6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錯的東西不會消失，它會排隊等我回來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95725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8FBF9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9FB5A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然後我自己用了它一個學期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FA3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班級排名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85800" y="205740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7E91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</a:t>
            </a:r>
            <a:endParaRPr lang="en-US" sz="8800" dirty="0"/>
          </a:p>
        </p:txBody>
      </p:sp>
      <p:sp>
        <p:nvSpPr>
          <p:cNvPr id="6" name="Text 4"/>
          <p:cNvSpPr/>
          <p:nvPr/>
        </p:nvSpPr>
        <p:spPr>
          <a:xfrm>
            <a:off x="2834640" y="2057400"/>
            <a:ext cx="914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5C6F6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794760" y="2057400"/>
            <a:ext cx="2103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8800" dirty="0"/>
          </a:p>
        </p:txBody>
      </p:sp>
      <p:sp>
        <p:nvSpPr>
          <p:cNvPr id="8" name="Text 6"/>
          <p:cNvSpPr/>
          <p:nvPr/>
        </p:nvSpPr>
        <p:spPr>
          <a:xfrm>
            <a:off x="685800" y="34747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E91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上學期 22 / 51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794760" y="34747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FD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本學期 第 10 名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583680" y="1600200"/>
            <a:ext cx="4919472" cy="2240280"/>
          </a:xfrm>
          <a:prstGeom prst="roundRect">
            <a:avLst>
              <a:gd name="adj" fmla="val 4898"/>
            </a:avLst>
          </a:prstGeom>
          <a:solidFill>
            <a:srgbClr val="1E4630"/>
          </a:solidFill>
          <a:ln w="9525">
            <a:solidFill>
              <a:srgbClr val="2F5C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0" y="1783080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" kern="0" dirty="0">
                <a:solidFill>
                  <a:srgbClr val="8FBF9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期末考前三週的複習方式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58000" y="2194560"/>
            <a:ext cx="4389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D6E4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先用診斷測驗找出弱點概念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D6E4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再按「今晚該讀什麼」與遺忘曲線排程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D6E4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把有限時間集中在最需要的概念上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D6E4D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工程數學、演算法、訊號與系統、資料探勘皆 90 分以上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85800" y="4343400"/>
            <a:ext cx="10817352" cy="960120"/>
          </a:xfrm>
          <a:prstGeom prst="roundRect">
            <a:avLst>
              <a:gd name="adj" fmla="val 9524"/>
            </a:avLst>
          </a:prstGeom>
          <a:solidFill>
            <a:srgbClr val="1E4630"/>
          </a:solidFill>
          <a:ln w="9525">
            <a:solidFill>
              <a:srgbClr val="2F5C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8408" y="4343400"/>
            <a:ext cx="10241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50" dirty="0">
                <a:solidFill>
                  <a:srgbClr val="BFD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成績進步受多重因素影響，無法全數歸因於單一工具。但它把「不知道自己哪裡不會」變成「明確的弱點清單與複習時點」—— 這確實改變了我複習的方式。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一個我自己也沒預期的結果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77724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把好幾門課丟進去，它自己在課與課之間拉出了連結</a:t>
            </a:r>
            <a:endParaRPr lang="en-US" sz="3400" dirty="0"/>
          </a:p>
        </p:txBody>
      </p:sp>
      <p:pic>
        <p:nvPicPr>
          <p:cNvPr id="5" name="Image 0" descr="/private/tmp/claude-501/-Users-petertsai-Documents-project/dcb9bd40-99d5-4e0e-9913-d6e32ff3b206/scratchpad/shots/04-crossco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83080"/>
            <a:ext cx="8275320" cy="185623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0" y="1783080"/>
            <a:ext cx="2359152" cy="1856232"/>
          </a:xfrm>
          <a:prstGeom prst="roundRect">
            <a:avLst>
              <a:gd name="adj" fmla="val 5911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281160" y="1874520"/>
            <a:ext cx="2084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37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9281160" y="2523744"/>
            <a:ext cx="2084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條跨課程連結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9281160" y="2852928"/>
            <a:ext cx="2084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沒有人教過它</a:t>
            </a:r>
            <a:endParaRPr lang="en-US" sz="125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這些線是它自己找的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85800" y="4224528"/>
            <a:ext cx="10817352" cy="914400"/>
          </a:xfrm>
          <a:prstGeom prst="roundRect">
            <a:avLst>
              <a:gd name="adj" fmla="val 10000"/>
            </a:avLst>
          </a:prstGeom>
          <a:solidFill>
            <a:srgbClr val="E4EDE3"/>
          </a:solidFill>
          <a:ln w="9525">
            <a:solidFill>
              <a:srgbClr val="C9DCC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78408" y="4224528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46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手寫講義裡的「單範正交集」跟另一門課的「正交集合」，講的是同一件事 —— 相似度 87%，系統自己標成「等價概念」。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85800" y="5303520"/>
            <a:ext cx="10817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相似度門檻 0.68 是用標註樣本的實測分佈校準出來的，不是拍腦袋定的。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1095725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114300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00" kern="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它為什麼撐得住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85800" y="777240"/>
            <a:ext cx="108200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會失敗 —— 所以我把失敗也設計進去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3364992" cy="1965960"/>
          </a:xfrm>
          <a:prstGeom prst="roundRect">
            <a:avLst>
              <a:gd name="adj" fmla="val 5581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8408" y="1938528"/>
            <a:ext cx="2779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手寫辨識在本機跑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78408" y="2359152"/>
            <a:ext cx="27797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四層 OCR 備援鏈，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取第一個成功的結果。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離線、不用付費、資料不外傳。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364992" cy="1965960"/>
          </a:xfrm>
          <a:prstGeom prst="roundRect">
            <a:avLst>
              <a:gd name="adj" fmla="val 5581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36008" y="1938528"/>
            <a:ext cx="2779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防 LLM 幻覺三道防線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636008" y="2359152"/>
            <a:ext cx="27797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先修只能指向同一批概念、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過濾行政雜訊、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概念 ID 決定論生成不分裂。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001000" y="1691640"/>
            <a:ext cx="3364992" cy="1965960"/>
          </a:xfrm>
          <a:prstGeom prst="roundRect">
            <a:avLst>
              <a:gd name="adj" fmla="val 5581"/>
            </a:avLst>
          </a:prstGeom>
          <a:solidFill>
            <a:srgbClr val="F4F5F1"/>
          </a:solidFill>
          <a:ln w="9525">
            <a:solidFill>
              <a:srgbClr val="DEE2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93608" y="1938528"/>
            <a:ext cx="27797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D1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誠實原則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293608" y="2359152"/>
            <a:ext cx="277977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OCR 失敗會明確告警，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絕不靜默套模板假裝成功。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這是我修過的真實 bug。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85800" y="40690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28 頁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85800" y="468172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手寫筆記本機 OCR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392424" y="40690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63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3392424" y="468172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概念節點 · 4 門課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99048" y="40690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61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099048" y="468172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自動化測試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805672" y="40690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6B3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7,000+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8805672" y="468172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 Python / TypeScript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5349240"/>
            <a:ext cx="10817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React ／ FastAPI ／ PostgreSQL ／ ChromaDB ／ Gemini API ／ 本機 Ollama 視覺模型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957255" y="62910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E777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30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petertsai-Documents-project/dcb9bd40-99d5-4e0e-9913-d6e32ff3b206/scratchpad/sho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0" y="4800600"/>
            <a:ext cx="868680" cy="1307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1828800"/>
            <a:ext cx="9144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這個網站，沒有一個功能是我想像出來的。
</a:t>
            </a:r>
            <a:pPr indent="0" marL="0">
              <a:lnSpc>
                <a:spcPts val="4600"/>
              </a:lnSpc>
              <a:buNone/>
            </a:pPr>
            <a:r>
              <a:rPr lang="en-US" sz="2800" b="1" dirty="0">
                <a:solidFill>
                  <a:srgbClr val="9FC8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每一個，都是我自己學不下去的時候，</a:t>
            </a:r>
            <a:endParaRPr lang="en-US" sz="28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2800" b="1" dirty="0">
                <a:solidFill>
                  <a:srgbClr val="9FC8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真的希望有人給我的東西。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685800" y="4343400"/>
            <a:ext cx="8778240" cy="868680"/>
          </a:xfrm>
          <a:prstGeom prst="roundRect">
            <a:avLst>
              <a:gd name="adj" fmla="val 10526"/>
            </a:avLst>
          </a:prstGeom>
          <a:solidFill>
            <a:srgbClr val="1E4630"/>
          </a:solidFill>
          <a:ln w="9525">
            <a:solidFill>
              <a:srgbClr val="2F5C42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78408" y="434340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FD6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AdaptLearn 不只告訴你答案 —— 它告訴你，你為什麼不會。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85800" y="5989320"/>
            <a:ext cx="8778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18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謝謝。　組名 avocado　│　蔡旻烜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AdaptLearn</dc:title>
  <dc:subject>PptxGenJS Presentation</dc:subject>
  <dc:creator>蔡旻烜</dc:creator>
  <cp:lastModifiedBy>蔡旻烜</cp:lastModifiedBy>
  <cp:revision>1</cp:revision>
  <dcterms:created xsi:type="dcterms:W3CDTF">2026-08-23T07:12:30Z</dcterms:created>
  <dcterms:modified xsi:type="dcterms:W3CDTF">2026-08-23T07:12:30Z</dcterms:modified>
</cp:coreProperties>
</file>