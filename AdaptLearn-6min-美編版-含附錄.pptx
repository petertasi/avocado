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站定，不要急著切投影片。深呼吸。
開場第一句直接進第 2 頁的故事，不要念封面。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「我今天不想再做一個 AI 幫你回答問題的工具。」——講完停一秒。
因為學生最大的問題，不是沒有答案，是不知道自己為什麼會錯。
這件事我自己撞過一次：線性代數，前面向量、矩陣都跟得上，
學到正交、投影、SVD 整個卡住。
考卷只說「這題錯了」，不會說：你是第四章沒學好，第九章才會錯。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這一頁停久一點，看評審。
「我不是後面聽不懂，我是前面沒學好。」
線代前面的章節不是考完就能忘的進度，是後面章節在用的工具。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我當然先去問 AI。Gemini 很好用，但知識沒有被留下來 ——
今天問完，明天忘記，它不知道我上禮拜問過什麼。
後來改用 NotebookLM，它有心智圖。但心智圖畫的是「這個屬於那個」——隸屬關係。
我要的是「我要先會什麼，才學得動這個」。這兩件事完全不一樣。
沒有人做給我，所以我自己做了。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這是我的網站。我把一份線性代數講義丟進去，
建出來的不是心智圖，是一棵技能樹。
左邊基礎、右邊進階，箭頭永遠是先修 → 進階。
三種狀態：綠色已掌握、發光代表先修全綠現在可以學了、上鎖代表學了會撞牆。
所以我不用想今天要念哪裡，它會告訴我今天可以念哪裡。
【橋接，一定要講】但我很快又發現一個問題 ——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【接上一頁】知道今天可以念哪裡，還是不夠。
因為當我真的卡住的時候，我還是不知道自己到底卡在哪。
所以我做了第二件事 —— 卡關歸因。
這個「正交基底」，我掌握度只有 67%，卡住了。我點下去 ——
它往回追了三層：正交基底 ← 正交集合 ← 正交向量 ← 內積。
然後直接跟我講：最可能的根因是「內積」，你還沒測驗過，先回去補它。
我卡在正交基底，但真正的問題在最前面的內積。
這就是一年前的我，最需要有人跟我講的那一句話。
（掌握度 67% 是三題實際作答、兩對一錯算出來的，不是設定值。）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【橋接】但它說我卡在內積，我怎麼知道它說得對不對？
光靠系統推論還不夠 —— 我需要讓它考我。
所以測驗是內建的：系統挑我最弱、最沒測過的概念出題，不是隨機。
作答是開放式的，由 AI 批改，會指出我的推理是在哪一步斷掉的。
每一次作答同時更新掌握度、技能樹狀態與複習排程 —— 是一個閉環。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【橋接】但考完也還沒結束 —— 因為今天會，不代表三天後還會。
它用 FSRS-5 把我的作答歷史重放進記憶模型，
算出每個概念「此刻還記得的機率」。
所以今晚先讀什麼不是我排的，是遺忘曲線算出來的。
錯的東西不會消失，它會排隊等我回來。
（如果被問「為什麼是 FSRS-5」：因為我需要一個可以估「此刻回憶機率」的模型，
  才能拿它當排序依據。不要講「最新版本」。）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【橋接】所以這套東西，真的改變我的學習了嗎？
這不是實驗數據，是我自己。上學期班排 22，本學期第 10。（講完停一秒）
做法是：考前三週先用診斷測驗找出弱點，再照遺忘曲線排程複習。
（四科 90 分以上投影片上有，不用再念一次。）
誠實講：成績進步受多重因素影響，不能全歸因於單一工具。
我能確定的是，我的複習方式從反覆重讀已經會的，變成有計畫地補缺口。
※ 這一句一定要講，評審在測的是誠實。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【橋接，語氣要像講一件意外的事】我原本只是想解決一門課的問題。
結果當我把第二門、第三門課也放進去之後 ——
系統自己在課與課之間拉出了連結。
我手寫講義裡的「單範正交集」，跟另一門課的「正交集合」，
被判為同一件事 —— 相似度 87%。這些線沒有人教過它。
※ 數字要講清楚：畫面上的 37 條是這門課相關的；全部 4 門課共 44 條。
（被問怎麼知道連結是對的：門檻 0.68 是用標註樣本實測分佈校準的。）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【橋接】最後，我知道你們可能會懷疑：這是不是 AI 隨便生成出來的？
所以我把 AI 的失敗也設計進去了。
手寫辨識在我自己的筆電上跑，資料不外傳。
AI 會失敗，所以我把失敗也設計進去：四層 OCR 備援鏈、防幻覺三道防線、
還有一條誠實原則 —— OCR 失敗會明確告警，絕不靜默套模板假裝成功。
這是我修過的真實 bug，教訓寫進了設計原則。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停一下，看評審。
「所以這個網站，沒有一個功能是我想像出來的。
每一個，都是我自己學不下去的時候，真的希望有人給我的東西。」
最後一句留在評審腦裡：它不只告訴你答案，它告訴你你為什麼不會。
謝謝。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被問「概念詳解長什麼樣」時跳這一頁。
重點講「常見誤區」那一段——那是我自己答錯過的地方。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被問「批改多細」時跳這一頁。
這是資料庫裡的真實紀錄，不是示意圖。
我故意用典型誤區作答（把正規化當成正交化），AI 抓到了，還算出兩向量內積為 2 ≠ 0。
這一題就是「正交基底 67%」裡面錯的那一題。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被問「老師在哪裡」時跳這一頁。這題大約五成會被問到。
先講機制：每格是一個概念，顏色是全班錯誤率，老師看到的是「第幾章沒教好」。
然後一定要主動承認：目前只有我一個使用者，「班級」其實是我自己；
教師端儀表板是下一步，不是已完成的功能。
※ 熱力圖裡的 avg_attempts 是還沒接真實資料的欄位，不要主動提。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被問「三題就能下結論」時跳這一頁。
先承認三題不足以做統計推論，然後指這一頁：
我沒有把它包裝成有信心的數字，樣本數就印在旁邊。
而且「沒測過」跟「測過但分數低」是兩種狀態，不會混在一起。
下一步會加信賴區間。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被問「真的是手寫嗎」「要跑多久」時跳這一頁。
左邊是實際那份講義的其中一頁。右邊是匯入時的階段回報，畫面會顯示已等待秒數。
時間一定要講成「依頁數與硬體而定」，不要讓評審以為所有講義都 5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apx13-rId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apx15-rId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apx16-rId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apx17-rId1.png"/><Relationship Id="rId2" Type="http://schemas.openxmlformats.org/officeDocument/2006/relationships/image" Target="../media/apx17-rId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47088"/>
            <a:ext cx="1234440" cy="18562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697480" y="1755648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AdaptLearn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2724912" y="2761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C7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知道你哪裡不會，比你自己更早。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724912" y="325526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把講義與手寫筆記變成技能樹、卡關歸因與複習排程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616952" y="4956048"/>
            <a:ext cx="1051560" cy="347472"/>
          </a:xfrm>
          <a:prstGeom prst="roundRect">
            <a:avLst>
              <a:gd name="adj" fmla="val 131579"/>
            </a:avLst>
          </a:prstGeom>
          <a:solidFill>
            <a:srgbClr val="1C3D2A"/>
          </a:solidFill>
          <a:ln w="19050">
            <a:solidFill>
              <a:srgbClr val="2E55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0" y="5077663"/>
            <a:ext cx="104242" cy="104242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68082" y="4956048"/>
            <a:ext cx="6364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內積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668512" y="49560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88552" y="4956048"/>
            <a:ext cx="1051560" cy="347472"/>
          </a:xfrm>
          <a:prstGeom prst="roundRect">
            <a:avLst>
              <a:gd name="adj" fmla="val 131579"/>
            </a:avLst>
          </a:prstGeom>
          <a:solidFill>
            <a:srgbClr val="1C3D2A"/>
          </a:solidFill>
          <a:ln w="19050">
            <a:solidFill>
              <a:srgbClr val="2E55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0" y="5077663"/>
            <a:ext cx="104242" cy="104242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39682" y="4956048"/>
            <a:ext cx="6364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正交向量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0040112" y="49560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360152" y="4956048"/>
            <a:ext cx="1051560" cy="347472"/>
          </a:xfrm>
          <a:prstGeom prst="roundRect">
            <a:avLst>
              <a:gd name="adj" fmla="val 131579"/>
            </a:avLst>
          </a:prstGeom>
          <a:solidFill>
            <a:srgbClr val="1C3D2A"/>
          </a:solidFill>
          <a:ln w="19050">
            <a:solidFill>
              <a:srgbClr val="2E55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15600" y="5077663"/>
            <a:ext cx="104242" cy="104242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711282" y="4956048"/>
            <a:ext cx="6364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正交基底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616952" y="46177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6B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 → 進階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96188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組名 avocado　│　蔡旻烜　│　中原大學 2026 AI 教與學標竿課程實踐暨成果展演競賽　學生組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98448"/>
            <a:ext cx="6446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我今天不想再做一個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「AI 幫你回答問題」的工具。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3310128"/>
            <a:ext cx="6446520" cy="1325880"/>
          </a:xfrm>
          <a:prstGeom prst="roundRect">
            <a:avLst>
              <a:gd name="adj" fmla="val 6207"/>
            </a:avLst>
          </a:prstGeom>
          <a:solidFill>
            <a:srgbClr val="E9F1EA"/>
          </a:solidFill>
          <a:ln w="12700">
            <a:solidFill>
              <a:srgbClr val="C9DCC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3310128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因為學生最大的問題，不是沒有答案，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是不知道自己「為什麼會錯」。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846320"/>
            <a:ext cx="644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這件事，我自己撞過一次。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1298448"/>
            <a:ext cx="3822192" cy="393192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882128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那堂課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8653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線性代數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882128" y="2697480"/>
            <a:ext cx="123444" cy="123444"/>
          </a:xfrm>
          <a:prstGeom prst="ellipse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47304" y="26151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向量、矩陣、行列式 —— 跟得上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82128" y="3264408"/>
            <a:ext cx="123444" cy="1234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47304" y="31821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正交、投影、SVD —— 整個卡住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82128" y="3831336"/>
            <a:ext cx="123444" cy="123444"/>
          </a:xfrm>
          <a:prstGeom prst="ellipse">
            <a:avLst/>
          </a:prstGeom>
          <a:solidFill>
            <a:srgbClr val="8A968E"/>
          </a:solidFill>
          <a:ln w="12700">
            <a:solidFill>
              <a:srgbClr val="8A96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47304" y="374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考卷只說「這題錯了」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82128" y="4398264"/>
            <a:ext cx="123444" cy="123444"/>
          </a:xfrm>
          <a:prstGeom prst="ellipse">
            <a:avLst/>
          </a:prstGeom>
          <a:solidFill>
            <a:srgbClr val="8A968E"/>
          </a:solidFill>
          <a:ln w="12700">
            <a:solidFill>
              <a:srgbClr val="8A96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47304" y="4315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沒有人告訴我：錯在三章以前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C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我後來才發現的事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106372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4400" b="1" dirty="0">
                <a:solidFill>
                  <a:srgbClr val="8FC7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我不是後面聽不懂，</a:t>
            </a:r>
            <a:endParaRPr lang="en-US" sz="4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我是前面沒學好。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675888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線性代數的前面章節不是「考完就能忘的進度」，是後面章節在用的工具。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SVD 卡住，通常不是 SVD 難，是三個禮拜前的「正交性」沒有真的懂。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700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A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線性代數　章節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9304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9304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01368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01368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13432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9050">
            <a:solidFill>
              <a:srgbClr val="B87A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34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25496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254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9624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9624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61688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61688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3752" y="4983480"/>
            <a:ext cx="384048" cy="384048"/>
          </a:xfrm>
          <a:prstGeom prst="roundRect">
            <a:avLst>
              <a:gd name="adj" fmla="val 52381"/>
            </a:avLst>
          </a:prstGeom>
          <a:solidFill>
            <a:srgbClr val="1C3D2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7375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4983480"/>
            <a:ext cx="5879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A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章</a:t>
            </a:r>
            <a:pPr indent="0" marL="0">
              <a:buNone/>
            </a:pPr>
            <a:r>
              <a:rPr lang="en-US" sz="13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沒學好　——　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9 章</a:t>
            </a:r>
            <a:pPr indent="0" marL="0">
              <a:buNone/>
            </a:pPr>
            <a:r>
              <a:rPr lang="en-US" sz="13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才會錯。中間沒有人告訴我。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我試過的工具，跟它們差在哪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能回答問題，不等於知道我卡在哪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34457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2093976"/>
            <a:ext cx="118872" cy="118872"/>
          </a:xfrm>
          <a:prstGeom prst="ellipse">
            <a:avLst/>
          </a:prstGeom>
          <a:solidFill>
            <a:srgbClr val="8A968E"/>
          </a:solidFill>
          <a:ln w="12700">
            <a:solidFill>
              <a:srgbClr val="8A96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9304" y="2002536"/>
            <a:ext cx="2567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聊天式 AI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2386584"/>
            <a:ext cx="2759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問一題，答一題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3410712"/>
            <a:ext cx="275935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答案很好用，但知識沒有被留下來。今天問完，明天忘記；聊天紀錄往下滑三十則，我不知道上禮拜問過什麼。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23562" y="1783080"/>
            <a:ext cx="334457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6170" y="2093976"/>
            <a:ext cx="118872" cy="118872"/>
          </a:xfrm>
          <a:prstGeom prst="ellipse">
            <a:avLst/>
          </a:prstGeom>
          <a:solidFill>
            <a:srgbClr val="8A968E"/>
          </a:solidFill>
          <a:ln w="12700">
            <a:solidFill>
              <a:srgbClr val="8A96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5626" y="2002536"/>
            <a:ext cx="2567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NotebookLM 心智圖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16170" y="2386584"/>
            <a:ext cx="2759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畫的是「這個屬於那個」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16170" y="3410712"/>
            <a:ext cx="275935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第一章底下有三個小節 —— 這是隸屬關係。它不知道我會不會，也不知道我該從哪裡開始。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9885" y="1783080"/>
            <a:ext cx="3344570" cy="2834640"/>
          </a:xfrm>
          <a:prstGeom prst="roundRect">
            <a:avLst>
              <a:gd name="adj" fmla="val 2903"/>
            </a:avLst>
          </a:prstGeom>
          <a:solidFill>
            <a:srgbClr val="E9F1EA"/>
          </a:solidFill>
          <a:ln w="19050">
            <a:solidFill>
              <a:srgbClr val="C9DC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2493" y="2093976"/>
            <a:ext cx="118872" cy="118872"/>
          </a:xfrm>
          <a:prstGeom prst="ellipse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81949" y="2002536"/>
            <a:ext cx="2567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我真正需要的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62493" y="2386584"/>
            <a:ext cx="2759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「我要先會什麼，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才學得動這個？」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62493" y="3410712"/>
            <a:ext cx="275935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先修依賴，不是隸屬關係。這兩件事完全不一樣 —— 而且沒有人做給我。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02920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沒有人做給我 —— 所以我自己做了。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我第一個想要的東西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丟進一份講義，長出來的不是心智圖，是一棵技能樹</a:t>
            </a:r>
            <a:endParaRPr lang="en-US" sz="3200" dirty="0"/>
          </a:p>
        </p:txBody>
      </p:sp>
      <p:pic>
        <p:nvPicPr>
          <p:cNvPr id="5" name="Image 0" descr="img/tree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64208"/>
            <a:ext cx="10881360" cy="30712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6112" y="5047488"/>
            <a:ext cx="141732" cy="141732"/>
          </a:xfrm>
          <a:prstGeom prst="ellipse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52144" y="4974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5248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已經掌握的概念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5047488"/>
            <a:ext cx="141732" cy="141732"/>
          </a:xfrm>
          <a:prstGeom prst="ellipse">
            <a:avLst/>
          </a:prstGeom>
          <a:solidFill>
            <a:srgbClr val="6C63E0"/>
          </a:solidFill>
          <a:ln w="12700">
            <a:solidFill>
              <a:srgbClr val="6C6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90872" y="4974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發光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690872" y="5248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先修全綠 —— 現在可以學了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73568" y="5047488"/>
            <a:ext cx="141732" cy="141732"/>
          </a:xfrm>
          <a:prstGeom prst="ellipse">
            <a:avLst/>
          </a:prstGeom>
          <a:solidFill>
            <a:srgbClr val="8A968E"/>
          </a:solidFill>
          <a:ln w="12700">
            <a:solidFill>
              <a:srgbClr val="8A968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4974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上鎖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5248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先修沒完成，現在學會撞牆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7607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左邊是基礎，右邊是進階，箭頭永遠同一個方向：先修 → 進階。所以我不用想今天要念哪裡 —— </a:t>
            </a:r>
            <a:pPr indent="0" marL="0">
              <a:buNone/>
            </a:pPr>
            <a:r>
              <a:rPr lang="en-US" sz="13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它會告訴我今天可以念哪裡。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但知道今天念哪裡，還是不知道我卡在哪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我卡在「正交基底」，真正的問題在三層之前的「內積」</a:t>
            </a:r>
            <a:endParaRPr lang="en-US" sz="3200" dirty="0"/>
          </a:p>
        </p:txBody>
      </p:sp>
      <p:pic>
        <p:nvPicPr>
          <p:cNvPr id="5" name="Image 0" descr="img/tree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8046720" cy="31655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0" y="1755648"/>
            <a:ext cx="2633472" cy="26974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052560" y="2048256"/>
            <a:ext cx="128016" cy="128016"/>
          </a:xfrm>
          <a:prstGeom prst="ellipse">
            <a:avLst/>
          </a:prstGeom>
          <a:solidFill>
            <a:srgbClr val="B87A0C"/>
          </a:solidFill>
          <a:ln w="12700">
            <a:solidFill>
              <a:srgbClr val="B87A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08592" y="1975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正交基底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7A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學習中 67%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27980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次實際作答算出來的，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不是設定值。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35478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點下去，系統往回追了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三層先修依賴。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4864608"/>
            <a:ext cx="10637215" cy="1078992"/>
          </a:xfrm>
          <a:prstGeom prst="roundRect">
            <a:avLst>
              <a:gd name="adj" fmla="val 7627"/>
            </a:avLst>
          </a:prstGeom>
          <a:solidFill>
            <a:srgbClr val="E9F1EA"/>
          </a:solidFill>
          <a:ln w="12700">
            <a:solidFill>
              <a:srgbClr val="C9DCC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9848" y="4974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最可能的根因：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『內積』</a:t>
            </a:r>
            <a:pPr indent="0" marL="0">
              <a:buNone/>
            </a:pPr>
            <a:r>
              <a:rPr lang="en-US" sz="17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（還沒測驗過）—— 先回去補它。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069848" y="5394960"/>
            <a:ext cx="141732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25296" y="5522976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26464" y="539496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內積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487168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871216" y="5394960"/>
            <a:ext cx="141732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26664" y="5522976"/>
            <a:ext cx="109728" cy="109728"/>
          </a:xfrm>
          <a:prstGeom prst="ellipse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27832" y="539496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正交向量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288536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672584" y="5394960"/>
            <a:ext cx="141732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28032" y="5522976"/>
            <a:ext cx="109728" cy="109728"/>
          </a:xfrm>
          <a:prstGeom prst="ellipse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0" y="539496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正交集合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089904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73952" y="5394960"/>
            <a:ext cx="141732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9050">
            <a:solidFill>
              <a:srgbClr val="B87A0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29400" y="5522976"/>
            <a:ext cx="109728" cy="109728"/>
          </a:xfrm>
          <a:prstGeom prst="ellipse">
            <a:avLst/>
          </a:prstGeom>
          <a:solidFill>
            <a:srgbClr val="B87A0C"/>
          </a:solidFill>
          <a:ln w="12700">
            <a:solidFill>
              <a:srgbClr val="B87A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30568" y="539496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A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正交基底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那我怎麼確認我真的會了？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學習最好的方法是被問倒 —— 所以這件事是內建的</a:t>
            </a:r>
            <a:endParaRPr lang="en-US" sz="3200" dirty="0"/>
          </a:p>
        </p:txBody>
      </p:sp>
      <p:pic>
        <p:nvPicPr>
          <p:cNvPr id="5" name="Image 0" descr="img/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45920"/>
            <a:ext cx="6949440" cy="40239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664208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19872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119872" y="20665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不是隨機出題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19872" y="2377440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系統挑我最弱、最沒測過的概念出題，主動把漏洞逼出來。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63840" y="3081528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119872" y="3246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119872" y="348386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開放式作答，AI 批改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119872" y="3794760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不是選擇題比對答案。它會指出我的推理是在哪一步斷掉的。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863840" y="4498848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19872" y="46634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119872" y="4901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分數會回流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119872" y="5212080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每一次作答同時更新掌握度、技能樹狀態與複習排程 —— 是一個閉環。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今天會，不代表三天後還會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它用遺忘曲線決定我今晚該讀什麼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642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每個概念是一張記憶卡片。系統把我全部的作答歷史重放進 FSRS-5 間隔重複模型，重建每個概念的記憶穩定度，算出「此刻還記得的機率」。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6400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3145536"/>
            <a:ext cx="132588" cy="132588"/>
          </a:xfrm>
          <a:prstGeom prst="ellipse">
            <a:avLst/>
          </a:prstGeom>
          <a:solidFill>
            <a:srgbClr val="8A968E"/>
          </a:solidFill>
          <a:ln w="12700">
            <a:solidFill>
              <a:srgbClr val="8A96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288036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「今晚先讀什麼」不是我自己排的，是遺忘曲線算出來的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721608"/>
            <a:ext cx="6400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69848" y="3986784"/>
            <a:ext cx="132588" cy="132588"/>
          </a:xfrm>
          <a:prstGeom prst="ellipse">
            <a:avLst/>
          </a:prstGeom>
          <a:solidFill>
            <a:srgbClr val="8A968E"/>
          </a:solidFill>
          <a:ln w="12700">
            <a:solidFill>
              <a:srgbClr val="8A96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99032" y="3721608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快忘掉的、又是弱點的，排最前面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562856"/>
            <a:ext cx="6400800" cy="658368"/>
          </a:xfrm>
          <a:prstGeom prst="roundRect">
            <a:avLst>
              <a:gd name="adj" fmla="val 12500"/>
            </a:avLst>
          </a:prstGeom>
          <a:solidFill>
            <a:srgbClr val="E9F1EA"/>
          </a:solidFill>
          <a:ln w="19050">
            <a:solidFill>
              <a:srgbClr val="C9DC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4828032"/>
            <a:ext cx="132588" cy="132588"/>
          </a:xfrm>
          <a:prstGeom prst="ellipse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99032" y="4562856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錯的東西不會消失，它會排隊等我回來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62672" y="26151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今晚的複習佇列 —— 依「此刻還記得的機率」排序</a:t>
            </a:r>
            <a:endParaRPr lang="en-US" sz="1100" dirty="0"/>
          </a:p>
        </p:txBody>
      </p:sp>
      <p:pic>
        <p:nvPicPr>
          <p:cNvPr id="16" name="Image 0" descr="img/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2" y="2907792"/>
            <a:ext cx="3794760" cy="25588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C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那它真的改變我的學習了嗎？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這不是實驗數據，是我自己。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班級排名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21408"/>
            <a:ext cx="2377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50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121408"/>
            <a:ext cx="10972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B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2121408"/>
            <a:ext cx="2377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上學期　22 / 51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C7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本學期　第 10 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03720" y="1847088"/>
            <a:ext cx="4507992" cy="2331720"/>
          </a:xfrm>
          <a:prstGeom prst="roundRect">
            <a:avLst>
              <a:gd name="adj" fmla="val 3529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96328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期末考前三週的複習方式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96328" y="2660904"/>
            <a:ext cx="114300" cy="114300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61504" y="25420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先用診斷測驗找出弱點概念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96328" y="3136392"/>
            <a:ext cx="114300" cy="114300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61504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再按「今晚該讀什麼」與遺忘曲線排程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96328" y="3611880"/>
            <a:ext cx="114300" cy="114300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61504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把有限時間集中在最需要的概念上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891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FC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2084832" y="4389120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工程數學、演算法、訊號與系統、資料探勘 —— 四科皆 90 分以上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5230368"/>
            <a:ext cx="10637215" cy="896112"/>
          </a:xfrm>
          <a:prstGeom prst="roundRect">
            <a:avLst>
              <a:gd name="adj" fmla="val 9184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9848" y="5230368"/>
            <a:ext cx="100519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成績進步受多重因素影響，無法全數歸因於單一工具。但它把「不知道自己哪裡不會」變成「明確的弱點清單與複習時點」—— 這確實改變了我複習的方式。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然後它做到一件我沒預期的事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我原本只想解決一門課 —— 結果它把課與課連起來了</a:t>
            </a:r>
            <a:endParaRPr lang="en-US" sz="3200" dirty="0"/>
          </a:p>
        </p:txBody>
      </p:sp>
      <p:pic>
        <p:nvPicPr>
          <p:cNvPr id="5" name="Image 0" descr="img/li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45920"/>
            <a:ext cx="8229600" cy="2047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755648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345168" y="19019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9345168" y="26334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條跨課程連結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345168" y="29077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這門課相關 · 全部 4 門課共 44 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4041648"/>
            <a:ext cx="10637215" cy="1005840"/>
          </a:xfrm>
          <a:prstGeom prst="roundRect">
            <a:avLst>
              <a:gd name="adj" fmla="val 8182"/>
            </a:avLst>
          </a:prstGeom>
          <a:solidFill>
            <a:srgbClr val="E9F1EA"/>
          </a:solidFill>
          <a:ln w="12700">
            <a:solidFill>
              <a:srgbClr val="C9DCC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69848" y="4041648"/>
            <a:ext cx="100519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手寫講義裡的「單範正交集」跟另一門課的「正交集合」，講的是同一件事 —— 相似度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87%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，系統自己標成「等價概念」。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193792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沒有人教過它 —— 這些線是它自己找的。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7607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相似度門檻 0.68 是用標註樣本的實測分佈校準出來的，不是拍腦袋定的。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07008" y="3657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你可能會懷疑：這是不是 AI 隨便生成的？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0467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會失敗 —— 所以我把失敗也設計進去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34457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69848" y="1938528"/>
            <a:ext cx="2759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手寫辨識在本機跑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340864"/>
            <a:ext cx="27593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四層 OCR 備援鏈，取第一個成功的結果。離線、不用付費、資料不外傳。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23562" y="1691640"/>
            <a:ext cx="334457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16170" y="1938528"/>
            <a:ext cx="2759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 LLM 幻覺三道防線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16170" y="2340864"/>
            <a:ext cx="27593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先修只能指向同一批概念、過濾行政雜訊、概念 ID 決定論生成不分裂。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9885" y="1691640"/>
            <a:ext cx="334457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FE5DD"/>
            </a:solidFill>
            <a:prstDash val="solid"/>
          </a:ln>
          <a:effectLst>
            <a:outerShdw sx="100000" sy="100000" kx="0" ky="0" algn="bl" rotWithShape="0" blurRad="101600" dist="19050" dir="5400000">
              <a:srgbClr val="1E463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62493" y="1938528"/>
            <a:ext cx="2759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誠實原則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62493" y="2340864"/>
            <a:ext cx="27593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OCR 失敗會明確告警，絕不靜默套模板假裝成功。這是我修過的真實 bug。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94760"/>
            <a:ext cx="33445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443984"/>
            <a:ext cx="33445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手寫筆記頁數 · 本機 OCR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23562" y="3794760"/>
            <a:ext cx="33445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423562" y="4443984"/>
            <a:ext cx="33445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概念節點 · 4 門課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069885" y="3794760"/>
            <a:ext cx="33445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F6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/ 110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069885" y="4443984"/>
            <a:ext cx="33445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自動化測試通過（5 條為待更新的舊整合測試）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3583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／ FastAPI ／ PostgreSQL ／ ChromaDB ／ Gemini API ／ 本機 Ollama 視覺模型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874520"/>
            <a:ext cx="9144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這個網站，沒有一個功能是我想像出來的。</a:t>
            </a:r>
            <a:endParaRPr lang="en-US" sz="3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8FC7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每一個，都是我自己學不下去的時候，</a:t>
            </a:r>
            <a:endParaRPr lang="en-US" sz="3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8FC7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真的希望有人給我的東西。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4572000"/>
            <a:ext cx="8778240" cy="896112"/>
          </a:xfrm>
          <a:prstGeom prst="roundRect">
            <a:avLst>
              <a:gd name="adj" fmla="val 9184"/>
            </a:avLst>
          </a:prstGeom>
          <a:solidFill>
            <a:srgbClr val="1C3D2A"/>
          </a:solidFill>
          <a:ln w="12700">
            <a:solidFill>
              <a:srgbClr val="2E55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9848" y="457200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C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AdaptLearn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不只告訴你答案 —— 它告訴你，你為什麼不會。</a:t>
            </a:r>
            <a:endParaRPr lang="en-US" sz="1800" dirty="0"/>
          </a:p>
        </p:txBody>
      </p:sp>
      <p:pic>
        <p:nvPicPr>
          <p:cNvPr id="5" name="Image 0" descr="img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370832"/>
            <a:ext cx="868680" cy="1307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59618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謝謝。　組名 avocado　│　蔡旻烜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5272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被問到「點下去之後看到什麼？」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概念深度詳解：定義、重點、範例、常見誤區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點技能樹上任何一個概念都會滑出來。內容是 lazy 生成的——點開才算，不在匯入時預生。</a:t>
            </a:r>
            <a:endParaRPr lang="en-US" sz="1400" dirty="0"/>
          </a:p>
        </p:txBody>
      </p:sp>
      <p:pic>
        <p:nvPicPr>
          <p:cNvPr id="6" name="Image 0" descr="/private/tmp/claude-501/-Users-petertsai-Documents-project/dcb9bd40-99d5-4e0e-9913-d6e32ff3b206/scratchpad/shots/apx-dra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3703320" cy="4681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965960"/>
            <a:ext cx="6702552" cy="1005840"/>
          </a:xfrm>
          <a:prstGeom prst="roundRect">
            <a:avLst>
              <a:gd name="adj" fmla="val 909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74920" y="207568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核心定義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74920" y="240487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數學式用 LaTeX 渲染，不是純文字。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3136392"/>
            <a:ext cx="6702552" cy="1005840"/>
          </a:xfrm>
          <a:prstGeom prst="roundRect">
            <a:avLst>
              <a:gd name="adj" fmla="val 909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32461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關鍵重點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74920" y="357530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為什麼這個概念重要、它保證了什麼。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00600" y="4306824"/>
            <a:ext cx="6702552" cy="1005840"/>
          </a:xfrm>
          <a:prstGeom prst="roundRect">
            <a:avLst>
              <a:gd name="adj" fmla="val 909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441655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74920" y="474573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具體算一次，不是抽象敘述。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5477256"/>
            <a:ext cx="6702552" cy="1005840"/>
          </a:xfrm>
          <a:prstGeom prst="roundRect">
            <a:avLst>
              <a:gd name="adj" fmla="val 9091"/>
            </a:avLst>
          </a:prstGeom>
          <a:solidFill>
            <a:srgbClr val="FDECEC"/>
          </a:solidFill>
          <a:ln w="9525">
            <a:solidFill>
              <a:srgbClr val="E8B4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4920" y="558698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常見誤區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74920" y="591616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紅框那段。這是我自己答錯過的地方——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「正交基底」與「單範正交基底」的混淆。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5272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被問到「AI 批改到底多細？」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它不是給分數，它指出我的推理斷在哪一步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以下是資料庫裡的真實紀錄：正交基底第 3 題，2026/08/18。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· advanced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給定 x₁ = (1,1,1)、x₂ = (0,1,1)，請用葛蘭－施密特正交化程序，把這組向量轉換成正交基底 {v₁, v₂}。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DECEC"/>
          </a:solidFill>
          <a:ln w="9525">
            <a:solidFill>
              <a:srgbClr val="E8B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114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我的作答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441655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A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「把 x₁ 和 x₂ 各自除以自己的長度正規化，就得到正交基底了。」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得分 0 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5102352" cy="4251960"/>
          </a:xfrm>
          <a:prstGeom prst="roundRect">
            <a:avLst>
              <a:gd name="adj" fmla="val 2151"/>
            </a:avLst>
          </a:prstGeom>
          <a:solidFill>
            <a:srgbClr val="E4EDE3"/>
          </a:solidFill>
          <a:ln w="9525">
            <a:solidFill>
              <a:srgbClr val="C9DC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的回饋（原文）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75120" y="2395728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觀念錯誤，混淆了「正規化」與「正交化」。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原始向量 x₁ 與 x₂ 本身並不垂直（兩者內積為 2 ≠ 0），因此單純將它們各自除以自身長度只能得到單位向量，並無法使它們互相正交。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改進建議：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設定首個基底向量：v₁ = x₁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計算第二個向量（減去在 v₁ 上的投影）：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v₂ = x₂ − (x₂·v₁ / ‖v₁‖²) · v₁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144768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它沒有只說「你錯了」——它指出我把哪兩個概念搞混，並給出正確的下一步。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5272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被問到「這是教與學的競賽，老師在哪裡？」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同一份資料換個視角，就是老師要的東西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每個格子是一個概念，顏色是全班錯誤率。老師看到的不是「這班笨」，是「第幾章沒教好」。</a:t>
            </a:r>
            <a:endParaRPr lang="en-US" sz="1400" dirty="0"/>
          </a:p>
        </p:txBody>
      </p:sp>
      <p:pic>
        <p:nvPicPr>
          <p:cNvPr id="6" name="Image 0" descr="/private/tmp/claude-501/-Users-petertsai-Documents-project/dcb9bd40-99d5-4e0e-9913-d6e32ff3b206/scratchpad/shots/apx-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10817352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4572000"/>
            <a:ext cx="5294376" cy="1417320"/>
          </a:xfrm>
          <a:prstGeom prst="roundRect">
            <a:avLst>
              <a:gd name="adj" fmla="val 6452"/>
            </a:avLst>
          </a:prstGeom>
          <a:solidFill>
            <a:srgbClr val="E4EDE3"/>
          </a:solidFill>
          <a:ln w="9525">
            <a:solidFill>
              <a:srgbClr val="C9DCC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47183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琥珀色那一格就是「正交基底」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506577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次作答錯 1 次 = 33% 錯誤率，落在 25–50% 區間。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08776" y="4572000"/>
            <a:ext cx="5294376" cy="1417320"/>
          </a:xfrm>
          <a:prstGeom prst="roundRect">
            <a:avLst>
              <a:gd name="adj" fmla="val 6452"/>
            </a:avLst>
          </a:prstGeom>
          <a:solidFill>
            <a:srgbClr val="F4F5F1"/>
          </a:solidFill>
          <a:ln w="9525">
            <a:solidFill>
              <a:srgbClr val="DEE2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3096" y="47183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我要誠實講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83096" y="506577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目前只有我一個使用者，所以「班級」其實是我自己。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但資料結構已經在那裡了——多人使用就直接是班級視圖。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6144768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教師端儀表板是下一步，不是已完成的功能——我不會把它講成已經做好了。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5272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被問到「三題就能下結論？」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所以我把樣本數印在數字旁邊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掌握度是排序訊號，不是測量值。使用者看得到它背後有幾次作答，可以自己判斷這個數字有多重。</a:t>
            </a:r>
            <a:endParaRPr lang="en-US" sz="1400" dirty="0"/>
          </a:p>
        </p:txBody>
      </p:sp>
      <p:pic>
        <p:nvPicPr>
          <p:cNvPr id="6" name="Image 0" descr="/private/tmp/claude-501/-Users-petertsai-Documents-project/dcb9bd40-99d5-4e0e-9913-d6e32ff3b206/scratchpad/shots/apx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10817352" cy="3959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6053328"/>
            <a:ext cx="10817352" cy="566928"/>
          </a:xfrm>
          <a:prstGeom prst="roundRect">
            <a:avLst>
              <a:gd name="adj" fmla="val 14516"/>
            </a:avLst>
          </a:prstGeom>
          <a:solidFill>
            <a:srgbClr val="E4EDE3"/>
          </a:solidFill>
          <a:ln w="9525">
            <a:solidFill>
              <a:srgbClr val="C9DCC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8408" y="60533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「正交基底 66.7%」旁邊就寫著「3 次作答」；「0 次作答」跟「答錯很多次」是兩種狀態，系統分得很清楚。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5272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被問到「真的是手寫嗎？辨識要多久？」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匯入時的三個階段是即時回報的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解析文件與頁面 → 抽取概念與章節 → 建立圖譜與向量索引。畫面上直接顯示已等待秒數。</a:t>
            </a:r>
            <a:endParaRPr lang="en-US" sz="1400" dirty="0"/>
          </a:p>
        </p:txBody>
      </p:sp>
      <p:pic>
        <p:nvPicPr>
          <p:cNvPr id="6" name="Image 0" descr="/private/tmp/claude-501/-Users-petertsai-Documents-project/dcb9bd40-99d5-4e0e-9913-d6e32ff3b206/scratchpad/shots/apx-h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0" cy="2679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實際丟進去的那份講義（線性代數 8-1~8-3，共 28 頁）</a:t>
            </a:r>
            <a:endParaRPr lang="en-US" sz="1200" dirty="0"/>
          </a:p>
        </p:txBody>
      </p:sp>
      <p:pic>
        <p:nvPicPr>
          <p:cNvPr id="8" name="Image 1" descr="/private/tmp/claude-501/-Users-petertsai-Documents-project/dcb9bd40-99d5-4e0e-9913-d6e32ff3b206/scratchpad/shots/apx-o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965960"/>
            <a:ext cx="7388352" cy="1874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0" y="4160520"/>
            <a:ext cx="146304" cy="146304"/>
          </a:xfrm>
          <a:prstGeom prst="ellipse">
            <a:avLst/>
          </a:prstGeom>
          <a:solidFill>
            <a:srgbClr val="2F6B3E"/>
          </a:solidFill>
          <a:ln w="6350">
            <a:solidFill>
              <a:srgbClr val="2F6B3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407408" y="4041648"/>
            <a:ext cx="7095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四層備援，取第一個成功的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407408" y="4352544"/>
            <a:ext cx="7095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Ollama 視覺模型 → Chandra → Gemini 原生 PDF → Gemini 逐頁。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114800" y="4937760"/>
            <a:ext cx="146304" cy="146304"/>
          </a:xfrm>
          <a:prstGeom prst="ellipse">
            <a:avLst/>
          </a:prstGeom>
          <a:solidFill>
            <a:srgbClr val="2F6B3E"/>
          </a:solidFill>
          <a:ln w="6350">
            <a:solidFill>
              <a:srgbClr val="2F6B3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07408" y="4818888"/>
            <a:ext cx="7095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時間依頁數與硬體而定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07408" y="5129784"/>
            <a:ext cx="7095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海報上「28 頁 5 分鐘」是我筆電的實測值，不是保證值；密集手寫會更久。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114800" y="5715000"/>
            <a:ext cx="146304" cy="146304"/>
          </a:xfrm>
          <a:prstGeom prst="ellipse">
            <a:avLst/>
          </a:prstGeom>
          <a:solidFill>
            <a:srgbClr val="2F6B3E"/>
          </a:solidFill>
          <a:ln w="6350">
            <a:solidFill>
              <a:srgbClr val="2F6B3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07408" y="5596128"/>
            <a:ext cx="7095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失敗會明確告警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07408" y="5907024"/>
            <a:ext cx="7095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OCR 全失敗時系統會說「目前顯示的是模板概念、不是你的教材」，絕不靜默假裝成功。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AdaptLearn</dc:title>
  <dc:subject>PptxGenJS Presentation</dc:subject>
  <dc:creator>蔡旻烜</dc:creator>
  <cp:lastModifiedBy>蔡旻烜</cp:lastModifiedBy>
  <cp:revision>1</cp:revision>
  <dcterms:created xsi:type="dcterms:W3CDTF">2026-08-27T13:01:33Z</dcterms:created>
  <dcterms:modified xsi:type="dcterms:W3CDTF">2026-08-27T13:01:33Z</dcterms:modified>
</cp:coreProperties>
</file>