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7816" cy="4572000"/>
          </a:xfrm>
          <a:prstGeom prst="rect">
            <a:avLst/>
          </a:prstGeom>
          <a:solidFill>
            <a:srgbClr val="14301F"/>
          </a:solidFill>
          <a:ln w="12700">
            <a:solidFill>
              <a:srgbClr val="1430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658368"/>
            <a:ext cx="1463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中原大學 2026 年「AI 教與學標竿課程實踐暨成果展演競賽專案」．學生組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170432"/>
            <a:ext cx="1371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1371600" y="2889504"/>
            <a:ext cx="1371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知道你哪裡不會，比你自己更早。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767328"/>
            <a:ext cx="1691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自適應學習平台：把講義與手寫筆記變成技能樹、卡關歸因與 FSRS-5 複習排程　│　組名 avocado　│　蔡旻烜（一人團隊）</a:t>
            </a:r>
            <a:endParaRPr lang="en-US" sz="1500" dirty="0"/>
          </a:p>
        </p:txBody>
      </p:sp>
      <p:pic>
        <p:nvPicPr>
          <p:cNvPr id="7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5976" y="1234440"/>
            <a:ext cx="1920240" cy="2889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5257800"/>
            <a:ext cx="12070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600"/>
              </a:lnSpc>
              <a:buNone/>
            </a:pPr>
            <a:r>
              <a:rPr lang="en-US" sz="5400" b="1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我不是後面聽不懂，
</a:t>
            </a:r>
            <a:pPr indent="0" marL="0">
              <a:lnSpc>
                <a:spcPts val="7600"/>
              </a:lnSpc>
              <a:buNone/>
            </a:pPr>
            <a:r>
              <a:rPr lang="en-US" sz="5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我是前面沒學好。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14081760" y="539496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線性代數的前面章節不是「考完就能忘的進度」，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是後面章節在用的工具。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SVD 卡住，通常不是 SVD 難，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是三個禮拜前的「正交性」沒有真的懂。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371600" y="7882128"/>
            <a:ext cx="1865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而考卷只會告訴你「這題錯了」——不會告訴你，你是三章以前就沒學好。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0" y="9326880"/>
            <a:ext cx="21387816" cy="10881360"/>
          </a:xfrm>
          <a:prstGeom prst="rect">
            <a:avLst/>
          </a:prstGeom>
          <a:solidFill>
            <a:srgbClr val="F4F5F1"/>
          </a:solidFill>
          <a:ln w="12700">
            <a:solidFill>
              <a:srgbClr val="F4F5F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10012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這張海報只講一件事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71600" y="10607040"/>
            <a:ext cx="1865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我卡在「正交基底」，</a:t>
            </a:r>
            <a:pPr indent="0" marL="0">
              <a:buNone/>
            </a:pPr>
            <a:r>
              <a:rPr lang="en-US" sz="4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真正的問題在三層之前的「內積」</a:t>
            </a:r>
            <a:endParaRPr lang="en-US" sz="4200" dirty="0"/>
          </a:p>
        </p:txBody>
      </p:sp>
      <p:pic>
        <p:nvPicPr>
          <p:cNvPr id="14" name="Image 1" descr="/private/tmp/claude-501/-Users-petertsai-Documents-project/dcb9bd40-99d5-4e0e-9913-d6e32ff3b206/scratchpad/shots/06a-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0"/>
            <a:ext cx="18653760" cy="529437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371600" y="17373600"/>
            <a:ext cx="18653760" cy="1828800"/>
          </a:xfrm>
          <a:prstGeom prst="roundRect">
            <a:avLst>
              <a:gd name="adj" fmla="val 9000"/>
            </a:avLst>
          </a:prstGeom>
          <a:solidFill>
            <a:srgbClr val="E4EDE3"/>
          </a:solidFill>
          <a:ln w="19050">
            <a:solidFill>
              <a:srgbClr val="C9DCCD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20240" y="1760220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最可能的根因：</a:t>
            </a:r>
            <a:pPr indent="0" marL="0">
              <a:buNone/>
            </a:pPr>
            <a:r>
              <a:rPr lang="en-US" sz="27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『內積』</a:t>
            </a:r>
            <a:pPr indent="0" marL="0">
              <a:buNone/>
            </a:pPr>
            <a:r>
              <a:rPr lang="en-US" sz="27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（還沒測驗過）—— 先回去補它。</a:t>
            </a:r>
            <a:endParaRPr lang="en-US" sz="2700" dirty="0"/>
          </a:p>
        </p:txBody>
      </p:sp>
      <p:sp>
        <p:nvSpPr>
          <p:cNvPr id="17" name="Text 13"/>
          <p:cNvSpPr/>
          <p:nvPr/>
        </p:nvSpPr>
        <p:spPr>
          <a:xfrm>
            <a:off x="1920240" y="18333720"/>
            <a:ext cx="1325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內積 → 正交向量 → 正交集合 → 正交基底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14996160" y="17602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正交基底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14081760" y="18242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B87A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學習中 67%（3 次實際作答）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1371600" y="19385280"/>
            <a:ext cx="1865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心智圖畫的是「這個屬於那個」；這張圖畫的是「我要先會什麼，才學得動這個」。每個節點都綁著掌握度，所以它能沿著先修邊往回追，找出真正的根因——而不是叫你把同一章再看一遍。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0" y="20208240"/>
            <a:ext cx="21387816" cy="4114800"/>
          </a:xfrm>
          <a:prstGeom prst="rect">
            <a:avLst/>
          </a:prstGeom>
          <a:solidFill>
            <a:srgbClr val="14301F"/>
          </a:solidFill>
          <a:ln w="12700">
            <a:solidFill>
              <a:srgbClr val="1430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371600" y="20665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這不是實驗數據，是我自己。</a:t>
            </a:r>
            <a:endParaRPr lang="en-US" sz="2200" dirty="0"/>
          </a:p>
        </p:txBody>
      </p:sp>
      <p:sp>
        <p:nvSpPr>
          <p:cNvPr id="23" name="Text 19"/>
          <p:cNvSpPr/>
          <p:nvPr/>
        </p:nvSpPr>
        <p:spPr>
          <a:xfrm>
            <a:off x="1371600" y="21259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班級排名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1371600" y="2157984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b="1" dirty="0">
                <a:solidFill>
                  <a:srgbClr val="6E83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1800" dirty="0"/>
          </a:p>
        </p:txBody>
      </p:sp>
      <p:sp>
        <p:nvSpPr>
          <p:cNvPr id="25" name="Text 21"/>
          <p:cNvSpPr/>
          <p:nvPr/>
        </p:nvSpPr>
        <p:spPr>
          <a:xfrm>
            <a:off x="4023360" y="21579840"/>
            <a:ext cx="1280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5400" dirty="0"/>
          </a:p>
        </p:txBody>
      </p:sp>
      <p:sp>
        <p:nvSpPr>
          <p:cNvPr id="26" name="Text 22"/>
          <p:cNvSpPr/>
          <p:nvPr/>
        </p:nvSpPr>
        <p:spPr>
          <a:xfrm>
            <a:off x="5303520" y="21579840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800" dirty="0"/>
          </a:p>
        </p:txBody>
      </p:sp>
      <p:sp>
        <p:nvSpPr>
          <p:cNvPr id="27" name="Text 23"/>
          <p:cNvSpPr/>
          <p:nvPr/>
        </p:nvSpPr>
        <p:spPr>
          <a:xfrm>
            <a:off x="1371600" y="23426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上學期 22 / 51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303520" y="234269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 第 10 名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052560" y="209854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期末考前三週，我先用診斷測驗找出弱點概念，再照「今晚該讀什麼」與遺忘曲線排程複習，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把有限的時間集中在最需要的概念上。工程數學、演算法、訊號與系統、資料探勘四科皆 90 分以上。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9052560" y="22494240"/>
            <a:ext cx="10972800" cy="1325880"/>
          </a:xfrm>
          <a:prstGeom prst="roundRect">
            <a:avLst>
              <a:gd name="adj" fmla="val 10345"/>
            </a:avLst>
          </a:prstGeom>
          <a:solidFill>
            <a:srgbClr val="1E4630"/>
          </a:solidFill>
          <a:ln w="15240">
            <a:solidFill>
              <a:srgbClr val="2F5C4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8320" y="2249424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成績進步受多重因素影響，無法全數歸因於單一工具。但它把「不知道自己哪裡不會」變成「明確的弱點清單與複習時點」。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1371600" y="24643080"/>
            <a:ext cx="1865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卡關歸因不是單獨運作的，它站在另外三個零件上面</a:t>
            </a:r>
            <a:endParaRPr lang="en-US" sz="2600" dirty="0"/>
          </a:p>
        </p:txBody>
      </p:sp>
      <p:pic>
        <p:nvPicPr>
          <p:cNvPr id="33" name="Image 2" descr="/private/tmp/claude-501/-Users-petertsai-Documents-project/dcb9bd40-99d5-4e0e-9913-d6e32ff3b206/scratchpad/shots/02-tr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5374600"/>
            <a:ext cx="10424160" cy="2578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371600" y="2796235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技能樹：左邊基礎、右邊進階，箭頭永遠是先修 → 進階。綠色＝已掌握、發光＝現在可以學、上鎖＝先修未完成。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12344400" y="25475184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2755880" y="25328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自適應測驗，由 AI 批改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12755880" y="2574950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系統挑最弱、最沒測過的概念出題，不是隨機。開放式作答，回饋會指出推理斷在哪一步。</a:t>
            </a:r>
            <a:endParaRPr lang="en-US" sz="1400" dirty="0"/>
          </a:p>
        </p:txBody>
      </p:sp>
      <p:sp>
        <p:nvSpPr>
          <p:cNvPr id="38" name="Shape 33"/>
          <p:cNvSpPr/>
          <p:nvPr/>
        </p:nvSpPr>
        <p:spPr>
          <a:xfrm>
            <a:off x="12344400" y="26499312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2755880" y="263530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FSRS-5 遺忘曲線</a:t>
            </a:r>
            <a:endParaRPr lang="en-US" sz="2000" dirty="0"/>
          </a:p>
        </p:txBody>
      </p:sp>
      <p:sp>
        <p:nvSpPr>
          <p:cNvPr id="40" name="Text 35"/>
          <p:cNvSpPr/>
          <p:nvPr/>
        </p:nvSpPr>
        <p:spPr>
          <a:xfrm>
            <a:off x="12755880" y="2677363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把作答歷史重放進記憶模型，算出「此刻還記得的機率」。錯的東西不會消失，它會排隊等你回來。</a:t>
            </a:r>
            <a:endParaRPr lang="en-US" sz="1400" dirty="0"/>
          </a:p>
        </p:txBody>
      </p:sp>
      <p:sp>
        <p:nvSpPr>
          <p:cNvPr id="41" name="Shape 36"/>
          <p:cNvSpPr/>
          <p:nvPr/>
        </p:nvSpPr>
        <p:spPr>
          <a:xfrm>
            <a:off x="12344400" y="27523440"/>
            <a:ext cx="201168" cy="201168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12755880" y="2737713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跨課程語義橋</a:t>
            </a:r>
            <a:endParaRPr lang="en-US" sz="2000" dirty="0"/>
          </a:p>
        </p:txBody>
      </p:sp>
      <p:sp>
        <p:nvSpPr>
          <p:cNvPr id="43" name="Text 38"/>
          <p:cNvSpPr/>
          <p:nvPr/>
        </p:nvSpPr>
        <p:spPr>
          <a:xfrm>
            <a:off x="12755880" y="2779776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手寫講義的「單範正交集」與另一門課的「正交集合」被判為等價概念，相似度 87%。共 37 條連結。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0" y="28483560"/>
            <a:ext cx="21387816" cy="1792224"/>
          </a:xfrm>
          <a:prstGeom prst="rect">
            <a:avLst/>
          </a:prstGeom>
          <a:solidFill>
            <a:srgbClr val="F4F5F1"/>
          </a:solidFill>
          <a:ln w="12700">
            <a:solidFill>
              <a:srgbClr val="F4F5F1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1371600" y="28757880"/>
            <a:ext cx="1188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會失敗 —— 所以我把失敗也設計進去</a:t>
            </a:r>
            <a:endParaRPr lang="en-US" sz="2200" dirty="0"/>
          </a:p>
        </p:txBody>
      </p:sp>
      <p:sp>
        <p:nvSpPr>
          <p:cNvPr id="46" name="Text 41"/>
          <p:cNvSpPr/>
          <p:nvPr/>
        </p:nvSpPr>
        <p:spPr>
          <a:xfrm>
            <a:off x="1371600" y="29279088"/>
            <a:ext cx="1243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手寫辨識走四層 OCR 備援鏈，第一層在我自己的電腦上跑，離線、不用付費、資料不外傳。防 LLM 幻覺三道防線：先修只能指向同一批概念、過濾行政雜訊、概念 ID 決定論生成不分裂。最後一條是誠實原則 —— OCR 失敗會明確告警，絕不靜默套模板假裝成功。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13716000" y="2873044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頁手寫講義本機 OCR　·　4 門課 63 概念</a:t>
            </a:r>
            <a:endParaRPr lang="en-US" sz="1450" dirty="0"/>
          </a:p>
          <a:p>
            <a:pPr algn="r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105 / 110 自動化測試通過　·　37 條跨課程連結</a:t>
            </a:r>
            <a:endParaRPr lang="en-US" sz="1450" dirty="0"/>
          </a:p>
        </p:txBody>
      </p:sp>
      <p:sp>
        <p:nvSpPr>
          <p:cNvPr id="48" name="Text 43"/>
          <p:cNvSpPr/>
          <p:nvPr/>
        </p:nvSpPr>
        <p:spPr>
          <a:xfrm>
            <a:off x="13716000" y="29644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／ FastAPI ／ PostgreSQL ／ ChromaDB</a:t>
            </a:r>
            <a:endParaRPr lang="en-US" sz="1250" dirty="0"/>
          </a:p>
          <a:p>
            <a:pPr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API ／ 本機 Ollama 視覺模型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AdaptLearn 海報</dc:title>
  <dc:subject>PptxGenJS Presentation</dc:subject>
  <dc:creator>蔡旻烜</dc:creator>
  <cp:lastModifiedBy>蔡旻烜</cp:lastModifiedBy>
  <cp:revision>1</cp:revision>
  <dcterms:created xsi:type="dcterms:W3CDTF">2026-08-23T15:54:31Z</dcterms:created>
  <dcterms:modified xsi:type="dcterms:W3CDTF">2026-08-23T15:54:31Z</dcterms:modified>
</cp:coreProperties>
</file>